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dchris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maurosbicego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markusspiske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3" y="498764"/>
            <a:ext cx="4804756" cy="48047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34545" y="4987636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Christian Lendl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6234545" y="1248987"/>
            <a:ext cx="598516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Функциональность FinApp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34545" y="2327564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✅ bcrypt + JWT, данные не в открытом виде. Балансы, счета, транзакции (pull-to-refresh). Обороты за период, фильтрация транзакций.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Технологии и UX в FinApp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Минималистичный, понятный с первого взгляда интерфейс. Обработка ошибок API, дедупликация. Flutter (iOS, Android, Web).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Интеграция с основными библиотеками и фреймворками.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Поддержка горячей перезагрузки для быстрой разработки и тестирования.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Mauro Sbicego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Монетизация в FinApp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Freemium: FREE — до 2 банков, данные за 90 дней; PREMIUM — все банки, экспорт в Excel, продвинутая аналитика. Персонализированные предложения: «Ваш кредит можно рефинансировать под 11%». Win-Win: пользователь экономит, мы — получаем комиссию.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507971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Интеграция с популярными финансовыми сервисами обеспечивает удобство и скорость доступа к информации.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3740727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Мы также предлагаем круглосуточную поддержку для решения любых вопросов.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План развития FinApp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Автоматическая категоризация. Push-уведомления о платежах. Бюджетирование по категориям, финансовые цели (накопления).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Визуализация расходов для наглядного анализа.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Интеграция с банковскими счетами для автоматического обновления данных.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23702"/>
            <a:ext cx="46800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8909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Markus Spiske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5818909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Будущее FinApp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818909" y="2078182"/>
            <a:ext cx="581890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Автоплатежи через API банков.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818909" y="3740727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Персональные рекомендации от партнёров. Упрощают процесс управления финансами, позволяя автоматически оплачивать счета. Повышают удобство и эффективность финансовых операций для пользователей.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7" cy="781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функционал FinApp, технологии и UX, а также обсудили монетизацию и план развития. Мы надеемся, что эта информация будет полезна для дальнейшего сотрудничества и развития проектов в сфере финансовых приложений.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2025-11-09T13:45:01Z</dcterms:created>
  <dcterms:modified xsi:type="dcterms:W3CDTF">2025-11-09T13:45:01Z</dcterms:modified>
</cp:coreProperties>
</file>